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5" r:id="rId4"/>
    <p:sldId id="266" r:id="rId5"/>
    <p:sldId id="267" r:id="rId6"/>
    <p:sldId id="268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69"/>
  </p:normalViewPr>
  <p:slideViewPr>
    <p:cSldViewPr snapToGrid="0">
      <p:cViewPr varScale="1">
        <p:scale>
          <a:sx n="93" d="100"/>
          <a:sy n="93" d="100"/>
        </p:scale>
        <p:origin x="24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0B9BF-C71D-A24C-A449-9B520E2A15B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7CF44-90FD-2D47-B8B8-24118FA12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7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7CF44-90FD-2D47-B8B8-24118FA120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9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26259-1604-347B-CC2A-EF3F0A27F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069BA-7C8E-F2A4-A8C4-97D323A51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2F24A-30F9-4DDC-5BE7-5CF50232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01073-253B-DC63-A62C-C2B91B5C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75B84-B0EA-8F06-CDFC-4574164C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A250-8B29-66B0-2586-A7DF00D2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9CED4-2E70-FBD1-7F4A-83BA77139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B861-EAD5-28F5-5A79-6F3B6DF5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F309-510E-D2BB-D65D-4949A847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05587-13E3-906E-331E-6F9CB31C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84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0F20-1710-B4A4-3E7C-85472E9AC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8A000-66CD-62F2-C374-E7444DD08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D5F66-1593-F817-14FA-DC22E0AA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467E-6D92-D856-9E31-0D6651E2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B619B-D796-387C-1C8C-A8AAFA37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3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A807-8DDE-5637-F7BC-6B6D9557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3D8D-8DBF-70CC-CF88-5F669EAB5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8775-5810-47D6-094F-688789A7D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F143C-D997-2F48-8158-74F4E368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EE939-A394-A82C-4A73-62667A58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467EC-2669-1FCA-D78C-1CE7F0F1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5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F58B-28B1-13B3-872F-81BDAC17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95BDE-620A-8D87-EE96-3A05F5EFF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F6576-F460-7946-2978-7A529E07E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40A59-97EB-A1D8-05A9-F5DA3B447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8735B-85A2-9DE3-E41F-9EBC1ECF8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5D3CB-CEB1-791B-D5EB-105D7F4F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D0F00-7797-CE7C-73B3-95BBC65A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611CA-74AF-1A5E-BC9D-358D8D48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1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900B-9A6D-152E-28E0-246E3495F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28D22-15A9-5B44-9287-ACCFB6D82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3032-9AC2-7111-25AD-73E25B010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EFB55-B7B2-C7AB-66D2-8C430077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4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7AB5F-5170-3791-DE66-2E42D15F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3BF3D-DE13-293C-BB46-42A314EA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AFF7F-84AB-1354-F2DE-B833C5D70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8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BA3D-639C-7073-3531-46A4C422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DE87-5A0F-2A09-ECF9-AEDA3CFB8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17E1F-6E42-3350-F5E0-8E74D67D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14934-C34C-E6B2-8BCE-F13E3150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6290B-475B-0745-6EB5-7627835A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A28ED-FB1D-58F2-B155-DB6C9E79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7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A85B-6FEE-0EAC-3F2D-351E6427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901BF-573A-4B9E-62C4-2C5AD5BB1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74B52-1E2F-1A56-54F4-F5775348C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04F93-4A61-BBE8-AA6C-02ACE177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7C4-1F43-EA5E-050D-DCB688D55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8F300-E389-91E8-9493-4D9D463B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7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58B0-9116-ADE0-EDFC-583D8F53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DD780-9477-AFAD-3EFB-14A59A350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2EB78-8B98-89A2-5D2C-A31496BC4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49826-6E74-22B0-B28F-BF62F8E3A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0873F-7E25-047F-6F42-E743759E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1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84104-30BE-2AE0-3033-F6581118F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46CB1-4300-080C-34E8-14133B851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128DD-1A00-2991-2601-627E6885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86986-0D36-B30F-EE4A-7EA0107C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2DD63-47D4-55F0-1A1F-45742FA33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7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06C58-45FD-E3F5-E318-496EEDB4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E3C7F-3084-76AE-2BFA-A8CE2CDD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CB2DE-91CD-5829-E5C3-A5B5EAF9C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10504-ACE0-684D-8F41-A65C5A4CF6C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7376-4C1B-3233-A172-59144187E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87C4-24F4-D825-798C-758DAE1E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F4DDD-8852-8640-A179-D40785CCC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3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CED1-F6F5-BBA1-B3FA-CCFF1AA9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7333482-C445-FD47-023C-2155F83E7CBB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CEB2EE3A-AA46-0D9D-F8F6-05AC638CE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E4A0A576-3125-BA66-74DB-7FDD17D65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D674A1D7-ED5E-3C2A-8531-66C130CE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3E6C9F4F-61D5-139F-EAD3-A426D5F82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EA0D3527-85D9-BE4C-EE47-87A92F7C7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3797D345-3005-63A6-5BB1-7C369CE47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8B2EA816-CADC-F873-7C91-8CAD81A33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0BE0B892-C9C5-F8A4-1CF0-2B07F72A69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5C245551-2584-43B9-8994-3E88FAF3E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44AC276C-6648-E238-980D-4E69EDDEC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754D510-0392-A3E1-8782-8F6C85C78026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663A5C-08A3-CDDB-CA7F-B97E91BA9AA7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6037921-BBB3-F766-1439-BC0C0E0728F8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B7082D3-411A-12D7-2289-97BDBDD415BC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9F4F20-5D74-9E8A-AB5A-0BD1596035DF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5DAB178-3BBF-E9A2-3933-0CE63A68A115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A5CBAA-023A-1E7D-674D-9D91A0D0B009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D4B82B-DFD5-DD3F-BA98-2CED5D470E73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5F7C1F-225B-A7F8-DAFE-CF3412FD57A1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DB4988-3B7D-E9FA-EFC3-CD17A8D80D69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31DDF6-131B-662A-9EB7-2DC987EB06AF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408BE6-7EDA-010F-6A7B-48DE01AD2FA9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4BB01D-4EBD-431A-CC97-E9F73950DA35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D3DEE44E-D9EE-C83A-8A5B-2927B7E6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17A6D2-13F2-B158-627D-CC6ED5986879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A80B24-11F2-0B93-FFC4-5388C8FE084B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930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8F20-AB15-2A0E-F49A-B3C9E37D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B6F7154-D3E8-B5D4-28FF-AB9A07ECA6F8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39103FFD-6ECE-A4A2-57DB-DD7C9DE0A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1A744FFE-8DC6-9FE0-D73F-D8E436381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C36F3063-7CBC-A9F0-6749-F2ECBA24B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4988B04A-CA2F-2DBB-A5EA-3FD5B1CDE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F3E17681-8FD8-B089-6984-AC6AD8D8E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4158EEAF-0B23-42C3-0574-DA79C2B79A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67ADEAD6-EFFE-7395-9208-F396E28F1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43872574-713F-469E-DDC9-EB270AC598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B07AA858-E2EE-21DC-1750-BAF1BEA7D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DAC263D4-6B57-5087-AB65-B436F40C8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141BA0B-501D-A329-D2D3-270EECE4A456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0F7794-20D1-97E9-B124-303C5DA8C28A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F979AF-24C4-79C4-5D08-A90149291209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4D7B15-8259-07CA-B82B-7073E87528C0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08B542D-77A0-F5B0-B828-C137CFFDE570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844F873-7E8F-2A9D-859C-DFFFEDE89472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707F50-EDCB-6122-5212-05127ED367B8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ACFA86-2B0C-D301-83AA-41BE9149DBD3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A79935-D7C8-9A66-0DA9-B1C85CC27F7B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9C1917-0C7D-77A1-6BB5-334C8C6963D5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6F5FF6-B2FC-87F3-E3E1-3D3EE8520C30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35F85B-ADDB-EC61-507D-8EB4961E22BF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AD7555-BBBB-2E6D-AD18-18884FB1306E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6FEBEEC0-9B05-2D42-E10B-C53DB3288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08E65C-C4C4-1F05-3A31-38A02666B64E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F6BCF-FE4E-FBCB-044D-933B2E2F1489}"/>
              </a:ext>
            </a:extLst>
          </p:cNvPr>
          <p:cNvSpPr/>
          <p:nvPr/>
        </p:nvSpPr>
        <p:spPr>
          <a:xfrm>
            <a:off x="6758816" y="2544399"/>
            <a:ext cx="4635968" cy="373031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5E256-190A-F8F7-AAEC-4832FDDEE275}"/>
              </a:ext>
            </a:extLst>
          </p:cNvPr>
          <p:cNvSpPr/>
          <p:nvPr/>
        </p:nvSpPr>
        <p:spPr>
          <a:xfrm>
            <a:off x="2489562" y="4801679"/>
            <a:ext cx="2943622" cy="14730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AD719F-FE79-9C75-04A7-033D78F8E5AE}"/>
              </a:ext>
            </a:extLst>
          </p:cNvPr>
          <p:cNvSpPr/>
          <p:nvPr/>
        </p:nvSpPr>
        <p:spPr>
          <a:xfrm>
            <a:off x="820845" y="330326"/>
            <a:ext cx="4056896" cy="106314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544E7C-CD8A-9DAA-9819-B6CDC44D0FE1}"/>
              </a:ext>
            </a:extLst>
          </p:cNvPr>
          <p:cNvSpPr/>
          <p:nvPr/>
        </p:nvSpPr>
        <p:spPr>
          <a:xfrm>
            <a:off x="820846" y="1870364"/>
            <a:ext cx="3172338" cy="29313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A9A537-7323-85FB-107F-536AA2313AD4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01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5850E-C14F-9071-16D1-B41C0B2C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E930232-A0D2-F581-3AA4-5B2133800356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5FE81430-F896-D727-6F57-FE938B13F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5259C3C1-AF98-4C6C-A1C7-D0B37B494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38BBF77D-2A0B-84D2-1FE0-BF3781C3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DEA963EC-C632-5A43-9319-51B0FEDE1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80B76FD3-8FBE-198A-8347-0A85EFFF4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525AC4B3-2400-9903-9211-DC80732B36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83AC2379-A70B-56DE-B8D7-F72B17C1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2257BD48-72AE-63DF-822E-F3E718A67D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264564F9-6C0F-6502-1FCC-72F162FFB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067C91BE-7A82-BD05-D045-39A239727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7DF3116-9DDC-2AB6-256F-F6E5A92E3B9C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363F4D-D50D-CEDF-035E-D69A03345A2B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3ED6B4-6A9D-E428-F08B-27D96A9F683E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DA8F924-9EAD-ED7F-B8EF-CAA30217AF6B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3BB3B4-8054-766F-121C-26DE9DEF8E16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659ECA5-DAAD-DFF7-C300-3BFBCED769F6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B98640-5AAA-26CB-16EE-15A875CC2D19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AD0172-69FC-7C12-A8D1-DA63C4A1FD14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D00B9C-AC87-C6D8-B5AF-06EBC2C2A7AC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1CC2E2-0906-71E7-0D08-A796F4148C2B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5F4D53-A263-6BEF-DE17-5D214F4CF077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A90621-CE19-8E64-89DC-DE84FA475EAD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480478-37A0-3F28-A001-113CBB28682B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07EFEE5F-ACD7-3224-3F29-39010F854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CC43C-6D04-168C-DDE8-27D977186250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06506-2189-48EF-55E5-D93D5C0A9992}"/>
              </a:ext>
            </a:extLst>
          </p:cNvPr>
          <p:cNvSpPr/>
          <p:nvPr/>
        </p:nvSpPr>
        <p:spPr>
          <a:xfrm>
            <a:off x="6758816" y="2544399"/>
            <a:ext cx="4635968" cy="373031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D71FDA-6993-084A-1FD6-BF0291CBE5D8}"/>
              </a:ext>
            </a:extLst>
          </p:cNvPr>
          <p:cNvSpPr/>
          <p:nvPr/>
        </p:nvSpPr>
        <p:spPr>
          <a:xfrm>
            <a:off x="2489562" y="4801679"/>
            <a:ext cx="2943622" cy="14730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6FEF3-3182-6410-5C2C-A1AD1CE8CAE5}"/>
              </a:ext>
            </a:extLst>
          </p:cNvPr>
          <p:cNvSpPr/>
          <p:nvPr/>
        </p:nvSpPr>
        <p:spPr>
          <a:xfrm>
            <a:off x="820845" y="330326"/>
            <a:ext cx="4056896" cy="106314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080771-A25B-8795-E5DB-D532E247F5DA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8FAD-3B32-7C6C-70D2-F8C80CFC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8CE5734-7973-E362-8140-583C0F5A5FAF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238B4F90-24C9-5D94-6292-8CEC05C78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928AD081-2649-CDDA-B632-5D7004F4D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2FB59B18-2B07-A403-A855-4DE9258E3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6568FC2A-8AAB-2150-6482-3C32DD7E9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B9F3817A-4F9B-A9F3-A234-7C93914CA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0A5B27A0-C386-6A31-4450-A88BE4B643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75FC3C52-7555-B0EF-AE5C-70648B246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1A131713-2772-4EEA-F3C7-8617AB397F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88D94360-FD99-E5C1-654A-65E0DBEF3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904993AE-35DD-17AD-15BF-BC72B7E5E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A5F4334-1BCA-22E0-4CFF-29C5B2A9FBE8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1058969-9E6A-0FCA-5D45-51BF6B02BB4E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6AF7DC8-1FC1-8D90-2C5B-4886961991CA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71D932-CCF7-806F-7F5F-9EA6D8335380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F6B0345-6CD2-EB65-0B41-60A450DC8224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334C2B1-CC84-5CC7-B187-A5DBD331D3B6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4C0892-AF6E-254F-4B7A-C08D7C50D221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1C001F-C55F-4EE6-9215-8B2FCDB3FAAA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168781-A2B5-FEC9-5CD1-21306D41212F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4BAE3B-4A35-D948-568E-1E56F45B1F02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8A1E95-D7C2-A7DD-8809-398F1BACE202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C14867-6B96-0EE9-2FB0-DDDF479B745E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3AE365A-BD8E-0D95-3E8E-30878591BCE2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D1EC22F1-B703-13EF-5D26-CC1E22F2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F2CC72-E49A-3BCF-5146-328E9F8063C2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FE4FD5F-30A7-E810-B732-148D8C6642F3}"/>
              </a:ext>
            </a:extLst>
          </p:cNvPr>
          <p:cNvSpPr/>
          <p:nvPr/>
        </p:nvSpPr>
        <p:spPr>
          <a:xfrm>
            <a:off x="6758816" y="2544399"/>
            <a:ext cx="4635968" cy="3730317"/>
          </a:xfrm>
          <a:custGeom>
            <a:avLst/>
            <a:gdLst>
              <a:gd name="csX0" fmla="*/ 2943622 w 4635968"/>
              <a:gd name="csY0" fmla="*/ 0 h 3730317"/>
              <a:gd name="csX1" fmla="*/ 4635968 w 4635968"/>
              <a:gd name="csY1" fmla="*/ 0 h 3730317"/>
              <a:gd name="csX2" fmla="*/ 4635968 w 4635968"/>
              <a:gd name="csY2" fmla="*/ 3730317 h 3730317"/>
              <a:gd name="csX3" fmla="*/ 0 w 4635968"/>
              <a:gd name="csY3" fmla="*/ 3730317 h 3730317"/>
              <a:gd name="csX4" fmla="*/ 0 w 4635968"/>
              <a:gd name="csY4" fmla="*/ 1679137 h 3730317"/>
              <a:gd name="csX5" fmla="*/ 2943622 w 4635968"/>
              <a:gd name="csY5" fmla="*/ 1679137 h 3730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35968" h="3730317">
                <a:moveTo>
                  <a:pt x="2943622" y="0"/>
                </a:moveTo>
                <a:lnTo>
                  <a:pt x="4635968" y="0"/>
                </a:lnTo>
                <a:lnTo>
                  <a:pt x="4635968" y="3730317"/>
                </a:lnTo>
                <a:lnTo>
                  <a:pt x="0" y="3730317"/>
                </a:lnTo>
                <a:lnTo>
                  <a:pt x="0" y="1679137"/>
                </a:lnTo>
                <a:lnTo>
                  <a:pt x="2943622" y="1679137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E15C30-FEEB-4201-31FD-20E550E9F827}"/>
              </a:ext>
            </a:extLst>
          </p:cNvPr>
          <p:cNvSpPr/>
          <p:nvPr/>
        </p:nvSpPr>
        <p:spPr>
          <a:xfrm>
            <a:off x="2489562" y="4801679"/>
            <a:ext cx="2943622" cy="14730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607C03-A372-4A48-2ED7-1ED65284FA07}"/>
              </a:ext>
            </a:extLst>
          </p:cNvPr>
          <p:cNvSpPr/>
          <p:nvPr/>
        </p:nvSpPr>
        <p:spPr>
          <a:xfrm>
            <a:off x="820845" y="330326"/>
            <a:ext cx="4056896" cy="106314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BE26AB-B89A-C5B3-58D2-6592F7097ED2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84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2C70-1A76-EB5B-E651-24978961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26F48EC-1EE6-19EA-CCD1-32CE9677B906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9F2F2D76-7769-D7F0-6FAE-E94AC07D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764A416A-86B1-1A1E-A0D1-7E0180861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1D056F56-2914-E7CD-DBA1-ADFD71765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0A0985AB-2BEE-DC17-5BFD-92233CFF1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015731A6-249A-3EFD-137B-9B73116D94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912D0ED7-018C-B2AA-08FE-D53B70A97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3A28D01A-930F-3E13-FDDD-3D9A90718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C8A06CE2-5B85-748E-6FE0-93954ABB37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6BE2CDCA-63FD-1255-8F5C-7CA0EFB4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9CECDF8D-F5CC-EACE-128D-625EE473B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1CB76D-F706-559A-A637-8CBC6CD925D9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BEA2A07-62D2-405F-8FA8-8E01130DBFCD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A7D2D9-99E5-37B0-5C41-555719F29596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6847040-10BD-1E70-9F4F-DFAF275C028E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101FDC5-7204-901D-FE95-C5CB8F393869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1D3DFA-536B-C54B-0906-F1DF47C38210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771C88-CB64-C04A-0AE0-D822456BAABE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F7BD5A-DC81-A452-F80D-6CF7A9787791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4D33D0-D1E0-0603-9E7F-E46A74516B68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E7653A-EC99-267A-F866-07F3E426BCB9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AA4C2C-E56D-898C-F595-582A97DA0A54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ACBFB2-4B07-5FD4-CE2C-535321519B10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1F978C-87F1-3376-0F62-2BD9570DDB72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80779732-4ED7-B97A-1C52-631272077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508007-9739-A956-9579-211971A413DD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AA8AB63-F5CC-096B-8B3E-FF93AF0DBA9C}"/>
              </a:ext>
            </a:extLst>
          </p:cNvPr>
          <p:cNvSpPr/>
          <p:nvPr/>
        </p:nvSpPr>
        <p:spPr>
          <a:xfrm>
            <a:off x="6758816" y="2544399"/>
            <a:ext cx="4635967" cy="3730317"/>
          </a:xfrm>
          <a:custGeom>
            <a:avLst/>
            <a:gdLst>
              <a:gd name="csX0" fmla="*/ 2943622 w 4635968"/>
              <a:gd name="csY0" fmla="*/ 0 h 3730317"/>
              <a:gd name="csX1" fmla="*/ 4635968 w 4635968"/>
              <a:gd name="csY1" fmla="*/ 0 h 3730317"/>
              <a:gd name="csX2" fmla="*/ 4635968 w 4635968"/>
              <a:gd name="csY2" fmla="*/ 3730317 h 3730317"/>
              <a:gd name="csX3" fmla="*/ 0 w 4635968"/>
              <a:gd name="csY3" fmla="*/ 3730317 h 3730317"/>
              <a:gd name="csX4" fmla="*/ 0 w 4635968"/>
              <a:gd name="csY4" fmla="*/ 1679137 h 3730317"/>
              <a:gd name="csX5" fmla="*/ 2943622 w 4635968"/>
              <a:gd name="csY5" fmla="*/ 1679137 h 3730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35968" h="3730317">
                <a:moveTo>
                  <a:pt x="2943622" y="0"/>
                </a:moveTo>
                <a:lnTo>
                  <a:pt x="4635968" y="0"/>
                </a:lnTo>
                <a:lnTo>
                  <a:pt x="4635968" y="3730317"/>
                </a:lnTo>
                <a:lnTo>
                  <a:pt x="0" y="3730317"/>
                </a:lnTo>
                <a:lnTo>
                  <a:pt x="0" y="1679137"/>
                </a:lnTo>
                <a:lnTo>
                  <a:pt x="2943622" y="1679137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F3F272-3795-3C5D-49AF-A8703CFDE11A}"/>
              </a:ext>
            </a:extLst>
          </p:cNvPr>
          <p:cNvSpPr/>
          <p:nvPr/>
        </p:nvSpPr>
        <p:spPr>
          <a:xfrm>
            <a:off x="2489562" y="4801679"/>
            <a:ext cx="2943622" cy="14730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83EBF23-4217-8EB3-A9E3-6ABDCF6BF75B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34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82AE-ABF1-1364-66F1-6EADAA47A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5C185EC-AC15-CA14-ACD9-37A00A843746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3702CE05-E7BE-2092-FF09-8803DFD4E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F92D356D-292C-8766-13FF-DF95700BF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9314A493-C316-73DF-0F7E-FEED26848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62A6EADF-7D30-B506-74C6-CA80F39AD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7993A7AA-7A34-490B-5ECB-CE5650B21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561F0B73-7594-4E3A-1F4E-C35B98DE5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2F49C493-D057-E01F-BF8A-B666EF7DE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B2019FCD-8C80-1322-72D6-DD556066CB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BA4FB8F5-4DA7-A7B2-6D0B-99BC1FAEA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A9B318F1-1250-FD1E-CFAD-63FF60845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2CEFC7-DF74-66A0-49F2-7D20F1EAF235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1163E25-90C8-8725-FAC8-368AD197BBD8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D221A3-06B3-DBD5-1851-3DAFC0D5D475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5356EB-559F-9B7B-8359-9F4A96987A15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654F6D-D294-2F4C-3B9F-5C652FF96031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BF1F4DC-4F4B-400C-B222-5CBC6071742A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457A07-B646-2455-2F39-B5ACD715331F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28EBDB-E684-3F6B-320E-F0ADA9799C8B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2E2495-AE35-E125-8FAD-D15D24180C95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B6CDD3-84F3-0FA2-D230-2D5AFAB06D5A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918DA2-082F-7D24-BBBF-C6ECD10E9A0E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3D5F51-8A3E-3491-DDE8-85A6EDDA9396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61C499-89A7-485D-B025-38A9A1F3322A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1087DC62-D76C-DB75-686C-C6A38C7A4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DA957D-FD37-823C-4DEF-B8E5D8C27602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F96F30C-CE5A-861D-72BC-41E493A5544B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45C1F7C-2B56-9495-2FCE-A1DB52C7A9BB}"/>
              </a:ext>
            </a:extLst>
          </p:cNvPr>
          <p:cNvSpPr/>
          <p:nvPr/>
        </p:nvSpPr>
        <p:spPr>
          <a:xfrm>
            <a:off x="890120" y="394821"/>
            <a:ext cx="8970688" cy="587989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7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F6E8-0C57-2FBA-9819-D9260854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2700646-DABB-55AA-9102-E74C033EE64A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8E9F6716-7FD3-E463-FE95-4A16B64A3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97DD5838-2BE9-F40F-0FBD-004910225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882C09BA-D154-F150-A7BE-8F18BA15B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6BBFBDA9-7F0C-6102-BD6C-E540A11BE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61FE7D6D-3A84-1E3B-199C-E3884DEF04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2C6DD044-2574-D8E3-6E53-098182EFB7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355CC6A1-2EBC-C4EC-7153-0FC9A01FF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840488FA-AE73-3C99-029D-E694DD6526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709F11A6-96AF-5AF2-4725-2B800E004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7E2511AE-5AA9-0B9E-DC50-68C756912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BC0227-1A04-E744-3F82-455180885DF3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241F82-1AE3-4185-351B-EF64154F1B56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4C0580-5C7C-F644-021D-9EAB4DF9A1E5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929DF8-0741-718A-F6E0-042027C0FD30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6ED7635-06C8-EED7-1B73-B7C5379DA742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39A0384-B3BF-C654-8B06-F483FFE2AE9B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0112CB-BE98-E00D-9383-121F90E472BE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11E7C7-028D-E62A-AEFF-E5B963A0D16C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6E31AC-5F4D-AB3D-25AE-42F7B53D7955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CD19EB-9008-55AC-CBA0-577C5E60DDED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E84F1D-D39F-CA01-B5C1-A3623EE84AA2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24F12D-C537-FB81-935F-95F6B7EAA3E5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DF05BF-73E1-B3B3-4882-D58072F27EB5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C8982A5F-92EB-3CE3-9DEE-7C28FE993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5A010-1B07-1A06-AAFA-26E81F7CE460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A56A9F-CAA5-2D63-294C-61A82C93B35D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F5D99-A058-1B5F-30F6-049534875D1B}"/>
              </a:ext>
            </a:extLst>
          </p:cNvPr>
          <p:cNvSpPr/>
          <p:nvPr/>
        </p:nvSpPr>
        <p:spPr>
          <a:xfrm>
            <a:off x="2489562" y="4801679"/>
            <a:ext cx="2943622" cy="14730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4AB04-D6B3-F5AA-3C14-350BFBF56FEE}"/>
              </a:ext>
            </a:extLst>
          </p:cNvPr>
          <p:cNvSpPr/>
          <p:nvPr/>
        </p:nvSpPr>
        <p:spPr>
          <a:xfrm>
            <a:off x="6758816" y="394821"/>
            <a:ext cx="3101992" cy="38825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9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A7B2-0280-F7CE-0C02-74FEBDE4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66A2502-176D-8334-B993-E166B9C02147}"/>
              </a:ext>
            </a:extLst>
          </p:cNvPr>
          <p:cNvSpPr/>
          <p:nvPr/>
        </p:nvSpPr>
        <p:spPr>
          <a:xfrm>
            <a:off x="755650" y="260350"/>
            <a:ext cx="10680700" cy="6337300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urple triangle with white triangles&#10;&#10;AI-generated content may be incorrect.">
            <a:extLst>
              <a:ext uri="{FF2B5EF4-FFF2-40B4-BE49-F238E27FC236}">
                <a16:creationId xmlns:a16="http://schemas.microsoft.com/office/drawing/2014/main" id="{012711AB-F16A-F478-7DB9-12F9C0E24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0" y="394820"/>
            <a:ext cx="720000" cy="720000"/>
          </a:xfrm>
          <a:prstGeom prst="rect">
            <a:avLst/>
          </a:prstGeom>
        </p:spPr>
      </p:pic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8F4BEAFA-6769-3990-021F-9A0D32D36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52" y="2709000"/>
            <a:ext cx="1440000" cy="1440000"/>
          </a:xfrm>
          <a:prstGeom prst="rect">
            <a:avLst/>
          </a:prstGeom>
        </p:spPr>
      </p:pic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6CBDD688-8B90-3CD5-3FBB-64F7F63A8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2709000"/>
            <a:ext cx="1440000" cy="1440000"/>
          </a:xfrm>
          <a:prstGeom prst="rect">
            <a:avLst/>
          </a:prstGeom>
        </p:spPr>
      </p:pic>
      <p:pic>
        <p:nvPicPr>
          <p:cNvPr id="22" name="Picture 21" descr="A purple molecule structure with dots&#10;&#10;AI-generated content may be incorrect.">
            <a:extLst>
              <a:ext uri="{FF2B5EF4-FFF2-40B4-BE49-F238E27FC236}">
                <a16:creationId xmlns:a16="http://schemas.microsoft.com/office/drawing/2014/main" id="{DF388B18-CC28-5226-4002-0F1C75C26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184" y="1989000"/>
            <a:ext cx="720000" cy="720000"/>
          </a:xfrm>
          <a:prstGeom prst="rect">
            <a:avLst/>
          </a:prstGeom>
        </p:spPr>
      </p:pic>
      <p:pic>
        <p:nvPicPr>
          <p:cNvPr id="24" name="Picture 23" descr="A purple and black symbol&#10;&#10;AI-generated content may be incorrect.">
            <a:extLst>
              <a:ext uri="{FF2B5EF4-FFF2-40B4-BE49-F238E27FC236}">
                <a16:creationId xmlns:a16="http://schemas.microsoft.com/office/drawing/2014/main" id="{0FA5DF73-420F-F3D2-07F0-9352EEF56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552" y="1989000"/>
            <a:ext cx="720000" cy="720000"/>
          </a:xfrm>
          <a:prstGeom prst="rect">
            <a:avLst/>
          </a:prstGeom>
        </p:spPr>
      </p:pic>
      <p:pic>
        <p:nvPicPr>
          <p:cNvPr id="26" name="Picture 25" descr="A black triangle with a cross&#10;&#10;AI-generated content may be incorrect.">
            <a:extLst>
              <a:ext uri="{FF2B5EF4-FFF2-40B4-BE49-F238E27FC236}">
                <a16:creationId xmlns:a16="http://schemas.microsoft.com/office/drawing/2014/main" id="{FCEB6E21-13C4-DC6F-A88E-F52CF862D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568" y="3505341"/>
            <a:ext cx="615600" cy="718200"/>
          </a:xfrm>
          <a:prstGeom prst="rect">
            <a:avLst/>
          </a:prstGeom>
        </p:spPr>
      </p:pic>
      <p:pic>
        <p:nvPicPr>
          <p:cNvPr id="27" name="Picture 26" descr="A logo of a company&#10;&#10;AI-generated content may be incorrect.">
            <a:extLst>
              <a:ext uri="{FF2B5EF4-FFF2-40B4-BE49-F238E27FC236}">
                <a16:creationId xmlns:a16="http://schemas.microsoft.com/office/drawing/2014/main" id="{E7B9BA64-F57D-0410-F0AA-A0230D075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184" y="2709000"/>
            <a:ext cx="1440000" cy="1440000"/>
          </a:xfrm>
          <a:prstGeom prst="rect">
            <a:avLst/>
          </a:prstGeom>
        </p:spPr>
      </p:pic>
      <p:pic>
        <p:nvPicPr>
          <p:cNvPr id="28" name="Picture 27" descr="A black background with a swirly design&#10;&#10;AI-generated content may be incorrect.">
            <a:extLst>
              <a:ext uri="{FF2B5EF4-FFF2-40B4-BE49-F238E27FC236}">
                <a16:creationId xmlns:a16="http://schemas.microsoft.com/office/drawing/2014/main" id="{096A6FEF-8422-B370-DE0A-83E4899619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0808" y="4818200"/>
            <a:ext cx="1440000" cy="1440000"/>
          </a:xfrm>
          <a:prstGeom prst="rect">
            <a:avLst/>
          </a:prstGeom>
        </p:spPr>
      </p:pic>
      <p:pic>
        <p:nvPicPr>
          <p:cNvPr id="29" name="Picture 28" descr="A blue and black logo&#10;&#10;AI-generated content may be incorrect.">
            <a:extLst>
              <a:ext uri="{FF2B5EF4-FFF2-40B4-BE49-F238E27FC236}">
                <a16:creationId xmlns:a16="http://schemas.microsoft.com/office/drawing/2014/main" id="{30CA1EDA-FB08-6733-1D62-5FEDC2542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599800"/>
            <a:ext cx="1440000" cy="1440000"/>
          </a:xfrm>
          <a:prstGeom prst="rect">
            <a:avLst/>
          </a:prstGeom>
        </p:spPr>
      </p:pic>
      <p:pic>
        <p:nvPicPr>
          <p:cNvPr id="31" name="Picture 30" descr="A blue and black logo&#10;&#10;AI-generated content may be incorrect.">
            <a:extLst>
              <a:ext uri="{FF2B5EF4-FFF2-40B4-BE49-F238E27FC236}">
                <a16:creationId xmlns:a16="http://schemas.microsoft.com/office/drawing/2014/main" id="{81D24CFC-1E8C-7E7C-0467-F6F8C1AD8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816" y="4818200"/>
            <a:ext cx="1440000" cy="144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63642A-0E6B-7E98-46A9-B1ADD19742E2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2667552" y="34290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4A2ACA4-B5E3-BDDC-8580-659BB9375128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5433184" y="13198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FBF4669-DAC8-7F04-B79F-8E0B424B3727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5433184" y="3429000"/>
            <a:ext cx="1325632" cy="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CB7A48-95C7-9EA1-AB76-5D9BB675D666}"/>
              </a:ext>
            </a:extLst>
          </p:cNvPr>
          <p:cNvCxnSpPr>
            <a:cxnSpLocks/>
            <a:stCxn id="3" idx="3"/>
            <a:endCxn id="31" idx="1"/>
          </p:cNvCxnSpPr>
          <p:nvPr/>
        </p:nvCxnSpPr>
        <p:spPr>
          <a:xfrm>
            <a:off x="5433184" y="5538200"/>
            <a:ext cx="132563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EC8175-08AF-52B4-7525-65ADF5CC6236}"/>
              </a:ext>
            </a:extLst>
          </p:cNvPr>
          <p:cNvCxnSpPr>
            <a:cxnSpLocks/>
            <a:stCxn id="31" idx="3"/>
            <a:endCxn id="28" idx="1"/>
          </p:cNvCxnSpPr>
          <p:nvPr/>
        </p:nvCxnSpPr>
        <p:spPr>
          <a:xfrm>
            <a:off x="8198816" y="5538200"/>
            <a:ext cx="1661992" cy="0"/>
          </a:xfrm>
          <a:prstGeom prst="straightConnector1">
            <a:avLst/>
          </a:prstGeom>
          <a:ln w="635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F4385C5-CD39-8C15-EEC1-5AF48E186A93}"/>
              </a:ext>
            </a:extLst>
          </p:cNvPr>
          <p:cNvSpPr txBox="1"/>
          <p:nvPr/>
        </p:nvSpPr>
        <p:spPr>
          <a:xfrm>
            <a:off x="1557589" y="570154"/>
            <a:ext cx="1931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Aspire Integration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5600AD-935C-D154-FCEA-7208735D4A7D}"/>
              </a:ext>
            </a:extLst>
          </p:cNvPr>
          <p:cNvSpPr txBox="1"/>
          <p:nvPr/>
        </p:nvSpPr>
        <p:spPr>
          <a:xfrm>
            <a:off x="1405545" y="4155348"/>
            <a:ext cx="108401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Blazor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E4A955-5645-3624-0334-9C89C43E5814}"/>
              </a:ext>
            </a:extLst>
          </p:cNvPr>
          <p:cNvSpPr txBox="1"/>
          <p:nvPr/>
        </p:nvSpPr>
        <p:spPr>
          <a:xfrm>
            <a:off x="4185988" y="4155348"/>
            <a:ext cx="1054391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MAF</a:t>
            </a:r>
            <a:br>
              <a:rPr lang="en-US" dirty="0"/>
            </a:br>
            <a:r>
              <a:rPr lang="en-US" dirty="0"/>
              <a:t>Backend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BF075A-1C1E-44D0-FFE6-45630AAF351D}"/>
              </a:ext>
            </a:extLst>
          </p:cNvPr>
          <p:cNvSpPr txBox="1"/>
          <p:nvPr/>
        </p:nvSpPr>
        <p:spPr>
          <a:xfrm>
            <a:off x="2942987" y="4293847"/>
            <a:ext cx="77476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AG-UI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86A89A-7E65-0A5B-113D-8EEAD4DB031F}"/>
              </a:ext>
            </a:extLst>
          </p:cNvPr>
          <p:cNvSpPr txBox="1"/>
          <p:nvPr/>
        </p:nvSpPr>
        <p:spPr>
          <a:xfrm>
            <a:off x="8243828" y="5611869"/>
            <a:ext cx="1571969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 Manager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498FE5-B709-34BB-235F-394E4205E8A3}"/>
              </a:ext>
            </a:extLst>
          </p:cNvPr>
          <p:cNvSpPr txBox="1"/>
          <p:nvPr/>
        </p:nvSpPr>
        <p:spPr>
          <a:xfrm>
            <a:off x="8532094" y="1393469"/>
            <a:ext cx="79291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Writer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599DC9-E297-D907-576E-C69EA3D5CC9F}"/>
              </a:ext>
            </a:extLst>
          </p:cNvPr>
          <p:cNvSpPr txBox="1"/>
          <p:nvPr/>
        </p:nvSpPr>
        <p:spPr>
          <a:xfrm>
            <a:off x="8541039" y="3502669"/>
            <a:ext cx="775020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Editor</a:t>
            </a:r>
            <a:br>
              <a:rPr lang="en-US" dirty="0"/>
            </a:br>
            <a:r>
              <a:rPr lang="en-US" dirty="0"/>
              <a:t>Agent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EA39E1-3FCE-A8B2-C104-1CAA91CA25A0}"/>
              </a:ext>
            </a:extLst>
          </p:cNvPr>
          <p:cNvSpPr txBox="1"/>
          <p:nvPr/>
        </p:nvSpPr>
        <p:spPr>
          <a:xfrm>
            <a:off x="9885268" y="4155348"/>
            <a:ext cx="139108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Todo</a:t>
            </a:r>
            <a:br>
              <a:rPr lang="en-US" dirty="0"/>
            </a:br>
            <a:r>
              <a:rPr lang="en-US" dirty="0"/>
              <a:t>MCP Server</a:t>
            </a:r>
          </a:p>
        </p:txBody>
      </p:sp>
      <p:pic>
        <p:nvPicPr>
          <p:cNvPr id="3" name="Picture 4" descr="Microsoft Copilot Studio Training - Flexmind">
            <a:extLst>
              <a:ext uri="{FF2B5EF4-FFF2-40B4-BE49-F238E27FC236}">
                <a16:creationId xmlns:a16="http://schemas.microsoft.com/office/drawing/2014/main" id="{218F5968-F642-DF91-B236-738A177DB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84" y="4818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3627AB-E763-90CB-94B5-9C0BAEBC6E73}"/>
              </a:ext>
            </a:extLst>
          </p:cNvPr>
          <p:cNvSpPr txBox="1"/>
          <p:nvPr/>
        </p:nvSpPr>
        <p:spPr>
          <a:xfrm>
            <a:off x="2385050" y="5888868"/>
            <a:ext cx="1608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Copilot Studio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AD33F7-3CCD-3E69-0F62-9F97F2DC786F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>
            <a:off x="5433184" y="3429000"/>
            <a:ext cx="1325632" cy="2109200"/>
          </a:xfrm>
          <a:prstGeom prst="straightConnector1">
            <a:avLst/>
          </a:prstGeom>
          <a:ln w="63500">
            <a:solidFill>
              <a:srgbClr val="FF0000">
                <a:alpha val="20000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8988644-1332-6F8D-E1D1-150C673065F4}"/>
              </a:ext>
            </a:extLst>
          </p:cNvPr>
          <p:cNvSpPr/>
          <p:nvPr/>
        </p:nvSpPr>
        <p:spPr>
          <a:xfrm>
            <a:off x="1080655" y="1864465"/>
            <a:ext cx="4352529" cy="28862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CB16A9-EF2C-7238-7386-D03346EB29F1}"/>
              </a:ext>
            </a:extLst>
          </p:cNvPr>
          <p:cNvSpPr/>
          <p:nvPr/>
        </p:nvSpPr>
        <p:spPr>
          <a:xfrm>
            <a:off x="6758816" y="394821"/>
            <a:ext cx="3101992" cy="38825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AC24C-BFD8-7E5C-DE2C-625F8784A2BB}"/>
              </a:ext>
            </a:extLst>
          </p:cNvPr>
          <p:cNvSpPr/>
          <p:nvPr/>
        </p:nvSpPr>
        <p:spPr>
          <a:xfrm>
            <a:off x="820845" y="330326"/>
            <a:ext cx="4056896" cy="106314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193</Words>
  <Application>Microsoft Macintosh PowerPoint</Application>
  <PresentationFormat>Widescreen</PresentationFormat>
  <Paragraphs>81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유저스틴</dc:creator>
  <cp:lastModifiedBy>유저스틴</cp:lastModifiedBy>
  <cp:revision>3</cp:revision>
  <dcterms:created xsi:type="dcterms:W3CDTF">2026-01-07T04:17:26Z</dcterms:created>
  <dcterms:modified xsi:type="dcterms:W3CDTF">2026-01-21T00:18:01Z</dcterms:modified>
</cp:coreProperties>
</file>